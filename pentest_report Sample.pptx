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86" y="12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243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B8B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REDACTED SECURITY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Penetration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Report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r>
              <a:rPr lang="en-US" sz="18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657600"/>
            <a:ext cx="18288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48640" y="38404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A3"/>
                </a:solidFill>
              </a:rPr>
              <a:t>Assessment Period:  </a:t>
            </a:r>
            <a:r>
              <a:rPr lang="en-US" sz="1000" b="1" dirty="0">
                <a:solidFill>
                  <a:srgbClr val="FFFFFF"/>
                </a:solidFill>
              </a:rPr>
              <a:t>Q1 2026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A3"/>
                </a:solidFill>
              </a:rPr>
              <a:t>Classification:  </a:t>
            </a:r>
            <a:r>
              <a:rPr lang="en-US" sz="1000" b="1" dirty="0">
                <a:solidFill>
                  <a:srgbClr val="FFFFFF"/>
                </a:solidFill>
              </a:rPr>
              <a:t>Confidential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A3"/>
                </a:solidFill>
              </a:rPr>
              <a:t>Lead Assessor:  </a:t>
            </a:r>
            <a:r>
              <a:rPr lang="en-US" sz="1000" b="1" dirty="0">
                <a:solidFill>
                  <a:srgbClr val="FFFFFF"/>
                </a:solidFill>
              </a:rPr>
              <a:t>Redacted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A3"/>
                </a:solidFill>
              </a:rPr>
              <a:t>Engagement ID:  </a:t>
            </a:r>
            <a:r>
              <a:rPr lang="en-US" sz="1000" b="1" dirty="0">
                <a:solidFill>
                  <a:srgbClr val="FFFFFF"/>
                </a:solidFill>
              </a:rPr>
              <a:t>ENG-XXXX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C3E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48640" y="47777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Internal Security Team, Executive Stakeholders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Security conducted an external penetration test against Client.com internet-facing infrastructure. The engagement simulated a motivated external attacker with no prior access or credentials. 14 vulnerabilities were identified, including 2 Critical findings with active exploitation in the wild.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28800" cy="1005840"/>
          </a:xfrm>
          <a:prstGeom prst="rect">
            <a:avLst/>
          </a:prstGeom>
          <a:solidFill>
            <a:srgbClr val="FDF0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51760" y="1965960"/>
            <a:ext cx="1828800" cy="1005840"/>
          </a:xfrm>
          <a:prstGeom prst="rect">
            <a:avLst/>
          </a:prstGeom>
          <a:solidFill>
            <a:srgbClr val="FEF5E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65176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35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5176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0" y="1965960"/>
            <a:ext cx="1828800" cy="1005840"/>
          </a:xfrm>
          <a:prstGeom prst="rect">
            <a:avLst/>
          </a:prstGeom>
          <a:solidFill>
            <a:srgbClr val="FEF9E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0" y="1965960"/>
            <a:ext cx="1828800" cy="1005840"/>
          </a:xfrm>
          <a:prstGeom prst="rect">
            <a:avLst/>
          </a:prstGeom>
          <a:solidFill>
            <a:srgbClr val="EEFBF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85800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580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8046720" cy="868680"/>
          </a:xfrm>
          <a:prstGeom prst="rect">
            <a:avLst/>
          </a:prstGeom>
          <a:solidFill>
            <a:srgbClr val="FDF0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01568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88720" y="324612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unpatched Citrix NetScaler (CVE-2023-4966) combined with a SAML signature bypass (CVE-2024-45409) creates a direct path from internet to Domain Admin, enabling full AD compromise and access to critical Internal systems.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440740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portal.client.com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8640" y="454456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vpn.client.com 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48640" y="468172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api.client.com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8640" y="481888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mail.client.com (Exchange)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572000" y="440740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Internal Network Range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572000" y="454456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idp.portal.client.com (SAML IdP)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2000" y="468172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sftp.client.com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0" y="481888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careers.client.com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48640" y="4983480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Security - ENG-XXXX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FINDINGS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4864" cy="1920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868680"/>
            <a:ext cx="7635240" cy="192024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</a:rPr>
              <a:t>F-01: Citrix NetScaler Session Token Leakage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0392B"/>
                </a:solidFill>
              </a:rPr>
              <a:t>CVE-2023-4966  |  CVSS 9.4  |  CRITICAL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2E"/>
                </a:solidFill>
              </a:rPr>
              <a:t>Impact: </a:t>
            </a:r>
            <a:r>
              <a:rPr lang="en-US" sz="1000" dirty="0">
                <a:solidFill>
                  <a:srgbClr val="3D3D5C"/>
                </a:solidFill>
              </a:rPr>
              <a:t>Session hijack without credentials. Valid session cookies extracted from memory, bypassing MFA. Grants access to clinical dashboards via Citrix.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2E"/>
                </a:solidFill>
              </a:rPr>
              <a:t>Remediation: </a:t>
            </a:r>
            <a:r>
              <a:rPr lang="en-US" sz="1000" dirty="0">
                <a:solidFill>
                  <a:srgbClr val="3D3D5C"/>
                </a:solidFill>
              </a:rPr>
              <a:t>Upgrade NetScaler to 13.1-49.15+. Kill all active sessions. Review ADC logs since Nov 2023.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80467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4864" cy="1920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7635240" cy="192024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</a:rPr>
              <a:t>F-02: SAML Response Signature Bypass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0392B"/>
                </a:solidFill>
              </a:rPr>
              <a:t>CVE-2024-45409  |  CVSS 9.8  |  CRITICAL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2E"/>
                </a:solidFill>
              </a:rPr>
              <a:t>Impact: </a:t>
            </a:r>
            <a:r>
              <a:rPr lang="en-US" sz="1000" dirty="0">
                <a:solidFill>
                  <a:srgbClr val="3D3D5C"/>
                </a:solidFill>
              </a:rPr>
              <a:t>Forged SAML assertions allow authentication as any user, including domain admins. Combined with F-01, provides full chain from internet to AD compromise.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2E"/>
                </a:solidFill>
              </a:rPr>
              <a:t>Remediation: </a:t>
            </a:r>
            <a:r>
              <a:rPr lang="en-US" sz="1000" dirty="0">
                <a:solidFill>
                  <a:srgbClr val="3D3D5C"/>
                </a:solidFill>
              </a:rPr>
              <a:t>Update ruby-saml to 1.17.0+. Enforce strict signature validation on Response and Assertion elements.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937760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Security - ENG-XXXX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FINDINGS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54864" cy="914400"/>
          </a:xfrm>
          <a:prstGeom prst="rect">
            <a:avLst/>
          </a:prstGeom>
          <a:solidFill>
            <a:srgbClr val="D354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7635240" cy="914400"/>
          </a:xfrm>
          <a:prstGeom prst="rect">
            <a:avLst/>
          </a:prstGeom>
          <a:noFill/>
          <a:ln/>
        </p:spPr>
        <p:txBody>
          <a:bodyPr wrap="square" lIns="25400" tIns="101600" rIns="101600" bIns="2540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</a:rPr>
              <a:t>F-03: Exchange Server NTLM Relay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D35400"/>
                </a:solidFill>
              </a:rPr>
              <a:t>CVE-2024-21410 | CVSS 9.8 | HIGH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3D5C"/>
                </a:solidFill>
              </a:rPr>
              <a:t>Privilege escalation via NTLM relay. EPA not enabled.  </a:t>
            </a:r>
            <a:r>
              <a:rPr lang="en-US" sz="900" b="1" dirty="0">
                <a:solidFill>
                  <a:srgbClr val="1A1A2E"/>
                </a:solidFill>
              </a:rPr>
              <a:t>Fix: </a:t>
            </a:r>
            <a:r>
              <a:rPr lang="en-US" sz="900" dirty="0">
                <a:solidFill>
                  <a:srgbClr val="3D3D5C"/>
                </a:solidFill>
              </a:rPr>
              <a:t>Apply Exchange CU14+. Enable EPA. Deprecate NTLM.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4864" cy="914400"/>
          </a:xfrm>
          <a:prstGeom prst="rect">
            <a:avLst/>
          </a:prstGeom>
          <a:solidFill>
            <a:srgbClr val="D354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7635240" cy="914400"/>
          </a:xfrm>
          <a:prstGeom prst="rect">
            <a:avLst/>
          </a:prstGeom>
          <a:noFill/>
          <a:ln/>
        </p:spPr>
        <p:txBody>
          <a:bodyPr wrap="square" lIns="25400" tIns="101600" rIns="101600" bIns="2540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</a:rPr>
              <a:t>F-04: OpenSSH RegreSSHion (RCE)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D35400"/>
                </a:solidFill>
              </a:rPr>
              <a:t>CVE-2024-6387 | CVSS 8.1 | HIGH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3D5C"/>
                </a:solidFill>
              </a:rPr>
              <a:t>Unauthenticated root RCE via signal handler race. Handles HL7/PHI.  </a:t>
            </a:r>
            <a:r>
              <a:rPr lang="en-US" sz="900" b="1" dirty="0">
                <a:solidFill>
                  <a:srgbClr val="1A1A2E"/>
                </a:solidFill>
              </a:rPr>
              <a:t>Fix: </a:t>
            </a:r>
            <a:r>
              <a:rPr lang="en-US" sz="900" dirty="0">
                <a:solidFill>
                  <a:srgbClr val="3D3D5C"/>
                </a:solidFill>
              </a:rPr>
              <a:t>Update OpenSSH to 9.8p1+. Set LoginGraceTime=0. Restrict source IPs.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54864" cy="914400"/>
          </a:xfrm>
          <a:prstGeom prst="rect">
            <a:avLst/>
          </a:prstGeom>
          <a:solidFill>
            <a:srgbClr val="D354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7635240" cy="914400"/>
          </a:xfrm>
          <a:prstGeom prst="rect">
            <a:avLst/>
          </a:prstGeom>
          <a:noFill/>
          <a:ln/>
        </p:spPr>
        <p:txBody>
          <a:bodyPr wrap="square" lIns="25400" tIns="101600" rIns="101600" bIns="2540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</a:rPr>
              <a:t>F-05: FortiGate SSL-VPN Pre-Auth RCE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D35400"/>
                </a:solidFill>
              </a:rPr>
              <a:t>CVE-2024-21762 | CVSS 9.6 | HIGH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3D5C"/>
                </a:solidFill>
              </a:rPr>
              <a:t>Out-of-bound write via crafted HTTP. CISA KEV listed.  </a:t>
            </a:r>
            <a:r>
              <a:rPr lang="en-US" sz="900" b="1" dirty="0">
                <a:solidFill>
                  <a:srgbClr val="1A1A2E"/>
                </a:solidFill>
              </a:rPr>
              <a:t>Fix: </a:t>
            </a:r>
            <a:r>
              <a:rPr lang="en-US" sz="900" dirty="0">
                <a:solidFill>
                  <a:srgbClr val="3D3D5C"/>
                </a:solidFill>
              </a:rPr>
              <a:t>Upgrade FortiOS to 7.2.8+. Disable SSL-VPN if unused.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864" cy="914400"/>
          </a:xfrm>
          <a:prstGeom prst="rect">
            <a:avLst/>
          </a:prstGeom>
          <a:solidFill>
            <a:srgbClr val="D354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77240" y="3931920"/>
            <a:ext cx="7635240" cy="914400"/>
          </a:xfrm>
          <a:prstGeom prst="rect">
            <a:avLst/>
          </a:prstGeom>
          <a:noFill/>
          <a:ln/>
        </p:spPr>
        <p:txBody>
          <a:bodyPr wrap="square" lIns="25400" tIns="101600" rIns="101600" bIns="2540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</a:rPr>
              <a:t>F-06: API Mass Assignment - Patient Records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D35400"/>
                </a:solidFill>
              </a:rPr>
              <a:t>Application Logic | No CVE | HIGH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3D5C"/>
                </a:solidFill>
              </a:rPr>
              <a:t>Low-priv users can overwrite is_deceased, insurance_tier fields.  </a:t>
            </a:r>
            <a:r>
              <a:rPr lang="en-US" sz="900" b="1" dirty="0">
                <a:solidFill>
                  <a:srgbClr val="1A1A2E"/>
                </a:solidFill>
              </a:rPr>
              <a:t>Fix: </a:t>
            </a:r>
            <a:r>
              <a:rPr lang="en-US" sz="900" dirty="0">
                <a:solidFill>
                  <a:srgbClr val="3D3D5C"/>
                </a:solidFill>
              </a:rPr>
              <a:t>Implement field allowlist. Add field-level audit logging.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Security - ENG-XXXX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CHAIN &amp; REMAINING FINDINGS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ATTACK CHAIN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2560320" cy="822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CVE-2023-4966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Citrix session tokens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08960" y="11430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29000" y="1143000"/>
            <a:ext cx="2560320" cy="822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42900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29000" y="13898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CVE-2024-45409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SAML &gt; Domain Admin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89320" y="11430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09360" y="1143000"/>
            <a:ext cx="256032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30936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09360" y="13898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compromise &gt; Sensitive Data Exfiltration</a:t>
            </a:r>
          </a:p>
        </p:txBody>
      </p:sp>
      <p:sp>
        <p:nvSpPr>
          <p:cNvPr id="16" name="Text 14"/>
          <p:cNvSpPr/>
          <p:nvPr/>
        </p:nvSpPr>
        <p:spPr>
          <a:xfrm>
            <a:off x="5486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&amp; LOW FINDINGS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592187"/>
              </p:ext>
            </p:extLst>
          </p:nvPr>
        </p:nvGraphicFramePr>
        <p:xfrm>
          <a:off x="548640" y="2606040"/>
          <a:ext cx="8046720" cy="2084832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Asset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F-07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jQuery &lt;3.5.0 XSS (CVE-2020-11022)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</a:rPr>
                        <a:t>Medium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careers.*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F-08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TLS 1.0/1.1 enabled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</a:rPr>
                        <a:t>Medium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mail.*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F-09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 rate limiting on login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</a:rPr>
                        <a:t>Medium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portal.*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F-10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CORS wildcard on staging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</a:rPr>
                        <a:t>Medium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api-staging.*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F-11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HSTS header missing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</a:rPr>
                        <a:t>Medium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Multiple (6)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F-12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DNS zone transfer enabled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Low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ns1.*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F-13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Verbose server banners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Low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careers.*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F-14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SPF permissive (~all)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Low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 err="1">
                          <a:solidFill>
                            <a:srgbClr val="000000"/>
                          </a:solidFill>
                        </a:rPr>
                        <a:t>portal.client.local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4937760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Security - ENG-XXXX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REMEDIATION ROADMAP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6858000" cy="263347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P0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Patch Citrix NetScaler; kill all sessions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48 hrs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Infra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P0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Update ruby-saml; enforce signature validation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48 hrs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IAM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35400"/>
                          </a:solidFill>
                        </a:rPr>
                        <a:t>P1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Upgrade FortiOS; disable SSL-VPN if unused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7 days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NetOps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35400"/>
                          </a:solidFill>
                        </a:rPr>
                        <a:t>P1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Patch Exchange; enable EPA; plan NTLM deprecation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14 days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Messaging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35400"/>
                          </a:solidFill>
                        </a:rPr>
                        <a:t>P1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Update OpenSSH; restrict SFTP source IPs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14 days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Infra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35400"/>
                          </a:solidFill>
                        </a:rPr>
                        <a:t>P1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Allowlist on PATCH /v2/patients; field-level audit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14 days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Backend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</a:rPr>
                        <a:t>P2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Disable TLS 1.0/1.1; deploy HSTS; fix CORS; upgrade jQuery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F-07-11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30 days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Web/Infra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P3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Restrict zone transfers; suppress banners; harden SPF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F-12-14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60 days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DNS/Mail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RETEST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followed PTES and OWASP Testing Guide v4.2. Tools: Burp Suite Pro, Nuclei, Nmap, Impacket, custom tooling. Social engineering, physical access, and DoS excluded per ROE. Verification retest of P0/P1 findings included in SOW at no additional cost within 90 days.</a:t>
            </a:r>
            <a:endParaRPr lang="en-US" sz="900" dirty="0"/>
          </a:p>
        </p:txBody>
      </p:sp>
      <p:sp>
        <p:nvSpPr>
          <p:cNvPr id="4" name="Shape 4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E27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48640" y="47777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is provided under ENG-XXX-XXX. Distribution beyond named recipients requires written authorization.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780</Words>
  <Application>Microsoft Office PowerPoint</Application>
  <PresentationFormat>On-screen Show (16:9)</PresentationFormat>
  <Paragraphs>161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Penetration Test Report - Meridian Health Systems</dc:title>
  <dc:subject>PptxGenJS Presentation</dc:subject>
  <dc:creator>Blackthorn Security</dc:creator>
  <cp:lastModifiedBy>Bolaji Edu</cp:lastModifiedBy>
  <cp:revision>2</cp:revision>
  <dcterms:created xsi:type="dcterms:W3CDTF">2026-03-28T17:05:50Z</dcterms:created>
  <dcterms:modified xsi:type="dcterms:W3CDTF">2026-03-31T10:33:39Z</dcterms:modified>
</cp:coreProperties>
</file>